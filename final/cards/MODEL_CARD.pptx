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2300" b="1">
                <a:solidFill>
                  <a:srgbClr val="172C3B"/>
                </a:solidFill>
                <a:latin typeface="Arial"/>
              </a:defRPr>
            </a:pPr>
            <a:r>
              <a:t>VCM mixed final v2 semi-final selected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300" b="1">
                <a:solidFill>
                  <a:srgbClr val="A9403B"/>
                </a:solidFill>
                <a:latin typeface="Arial"/>
              </a:defRPr>
            </a:pPr>
            <a:r>
              <a:t>Status: blocked / Pi-deferred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Failed gates: ["slot_calibration_coverage: failed — Missing cells retain rejection behavior", "reviewed_acoustic_supervision: failed — Independent listening and reviewed acoustic spans are required", "value_head_supervision: failed — ... [full value in card.source.json]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15214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400" b="1">
                <a:solidFill>
                  <a:srgbClr val="172C3B"/>
                </a:solidFill>
                <a:latin typeface="Arial"/>
              </a:defRPr>
            </a:pPr>
            <a:r>
              <a:t>Model, training and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Architecture (summary)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5681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195681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6771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226771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7860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KV_cache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57860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8950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causal_model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288950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0040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depthwise_kernel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320040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1129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dilations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6816" y="351129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[1, 2, 4, 8, 1, 2, 4, 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1691640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Training (summary)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195681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GPU_UUID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5" y="195681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GPU-9d0ea001-e0a9-bf57-342e-6f163adbbb8d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26771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completed_candidates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5" y="226771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57860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final_tts_used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5" y="257860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288950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finite_value_supervision_co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unts.alarm_hour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5" y="288950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12172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320040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finite_value_supervision_co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unts.alarm_meridiem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5" y="320040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12172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351129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finite_value_supervision_co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unts.alarm_minute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5" y="351129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941064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Data (summary)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20624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default_benchmark_audit.act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ual_audio.fit_rows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6" y="420624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6364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51713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default_benchmark_audit.act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ual_audio.fresh_human_rows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56816" y="451713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82803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default_benchmark_audit.act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ual_audio.unique_act [JSON]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482803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6470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13892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default_benchmark_audit.can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onical_reference_sta [JSON]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6816" y="513892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44982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default_benchmark_audit.can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onical_reference_sta [JSON]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6816" y="544982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76072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default_benchmark_audit.com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parisons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6816" y="576072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[{"comparison": "default_vs_fit/calibration", "dimension":</a:t>
            </a:r>
          </a:p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"declared_identity_or_alias", "ids": [], "rows": 0}, [JSON]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59" y="3941064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Calibration and enrollment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59" y="420624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calibration.binding.checkpo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7535" y="420624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bcfc0b85d5e61238e9f93008af78e98df00c8d7c838e2d6c4df10834b6c6b976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59" y="451713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calibration.binding.contrac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t_hash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7535" y="451713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ff0a789114327f031599b198bfdcb74523eafb4c3075588ab8c313c9fecc6ac8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59" y="482803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calibration.binding.entitie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s.artist.absolute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7535" y="482803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513892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calibration.binding.entitie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s.artist.catalog_hash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5" y="513892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94100ff0dcfcd1d0d965ac23320b75a990559073e22a96a810e87ec338ef07d4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59" y="544982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calibration.binding.entitie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s.artist.catalog_sizes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7535" y="544982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[1]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59" y="576072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Additional fields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17535" y="576072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See complete JSON appendix / card.source.json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6519672"/>
            <a:ext cx="11521440" cy="182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700" b="0">
                <a:solidFill>
                  <a:srgbClr val="526C7A"/>
                </a:solidFill>
                <a:latin typeface="Arial"/>
              </a:defRPr>
            </a:pPr>
            <a:r>
              <a:t>Source JSON SHA-256: cb598243b82492f45114b4837236c0bd47c958e2af4743ca71af0d91c9b9734b | 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2300" b="1">
                <a:solidFill>
                  <a:srgbClr val="172C3B"/>
                </a:solidFill>
                <a:latin typeface="Arial"/>
              </a:defRPr>
            </a:pPr>
            <a:r>
              <a:t>VCM mixed final v2 semi-final selected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300" b="1">
                <a:solidFill>
                  <a:srgbClr val="A9403B"/>
                </a:solidFill>
                <a:latin typeface="Arial"/>
              </a:defRPr>
            </a:pPr>
            <a:r>
              <a:t>Status: blocked / Pi-deferred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Failed gates: ["slot_calibration_coverage: failed — Missing cells retain rejection behavior", "reviewed_acoustic_supervision: failed — Independent listening and reviewed acoustic spans are required", "value_head_supervision: failed — ... [full value in card.source.json]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15214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400" b="1">
                <a:solidFill>
                  <a:srgbClr val="172C3B"/>
                </a:solidFill>
                <a:latin typeface="Arial"/>
              </a:defRPr>
            </a:pPr>
            <a:r>
              <a:t>Human and original benchmark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fresh_human106 (summary)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5681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all.accepted_n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195681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6771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all.ambiguous_n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226771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7860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all.complete_command_accura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57860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8950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all.complete_command_correc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288950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0040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320040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51129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all.correct_rejections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6816" y="351129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1691640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mandatory_defaults202 (summary)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195681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all.accepted_n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5" y="195681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26771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all.ambiguous_n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5" y="226771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57860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all.complete_command_accura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5" y="257860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0.026881720430107527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288950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all.complete_command_correc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5" y="288950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320040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5" y="320040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351129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all.correct_rejections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5" y="351129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941064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original_holdout196 (summary)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20624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all.accepted_n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6" y="420624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51713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all.ambiguous_n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56816" y="451713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82803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all.complete_command_accura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482803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0.04371584699453552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13892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all.complete_command_correc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6816" y="513892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44982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6816" y="544982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76072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all.correct_rejections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6816" y="576072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59" y="3941064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original_test4418 (summary)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59" y="420624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all.accepted_n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7535" y="420624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59" y="4517136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all.ambiguous_n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17535" y="4517136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59" y="4828032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all.complete_command_accura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7535" y="4828032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0.01098901098901099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5138928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all.complete_command_correc</a:t>
            </a:r>
          </a:p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5" y="5138928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59" y="5449824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7535" y="5449824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59" y="5760720"/>
            <a:ext cx="160020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1">
                <a:solidFill>
                  <a:srgbClr val="172C3B"/>
                </a:solidFill>
                <a:latin typeface="Arial"/>
              </a:defRPr>
            </a:pPr>
            <a:r>
              <a:t>all.correct_rejections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17535" y="5760720"/>
            <a:ext cx="3931920" cy="2971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229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6519672"/>
            <a:ext cx="11521440" cy="182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700" b="0">
                <a:solidFill>
                  <a:srgbClr val="526C7A"/>
                </a:solidFill>
                <a:latin typeface="Arial"/>
              </a:defRPr>
            </a:pPr>
            <a:r>
              <a:t>Source JSON SHA-256: cb598243b82492f45114b4837236c0bd47c958e2af4743ca71af0d91c9b9734b | 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411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2300" b="1">
                <a:solidFill>
                  <a:srgbClr val="172C3B"/>
                </a:solidFill>
                <a:latin typeface="Arial"/>
              </a:defRPr>
            </a:pPr>
            <a:r>
              <a:t>VCM mixed final v2 semi-final selected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11521440" cy="292608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300" b="1">
                <a:solidFill>
                  <a:srgbClr val="A9403B"/>
                </a:solidFill>
                <a:latin typeface="Arial"/>
              </a:defRPr>
            </a:pPr>
            <a:r>
              <a:t>Status: blocked / Pi-deferred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1152144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900" b="0">
                <a:solidFill>
                  <a:srgbClr val="172C3B"/>
                </a:solidFill>
                <a:latin typeface="Arial"/>
              </a:defRPr>
            </a:pPr>
            <a:r>
              <a:t>Failed gates: ["slot_calibration_coverage: failed — Missing cells retain rejection behavior", "reviewed_acoustic_supervision: failed — Independent listening and reviewed acoustic spans are required", "value_head_supervision: failed — ... [full value in card.source.json]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80160"/>
            <a:ext cx="11521440" cy="2743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400" b="1">
                <a:solidFill>
                  <a:srgbClr val="172C3B"/>
                </a:solidFill>
                <a:latin typeface="Arial"/>
              </a:defRPr>
            </a:pPr>
            <a:r>
              <a:t>Synthetic results, gates and physical 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final_tts (summary)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56816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VCM_results_accessed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1956816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12848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attempted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2212848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18666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68880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case_references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468880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26010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24912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complete_command_accuracy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2724912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not 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691640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Physical Pi (summary)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1956816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5" y="1956816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not measured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212848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RSS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5" y="2212848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not 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468880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RTF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5" y="2468880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not measured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724912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hardware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5" y="2724912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not measured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099816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Gates (summary)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364992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accuracy_ready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6816" y="3364992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621024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completed_grid_and_developm</a:t>
            </a:r>
          </a:p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ent_selection.reason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6816" y="3621024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All six completed candidates and human-development selection</a:t>
            </a:r>
          </a:p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verified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877056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completed_grid_and_developm</a:t>
            </a:r>
          </a:p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ent_selection.status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6816" y="3877056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passed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133088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cuda_pytorch_onnx_numeric_p</a:t>
            </a:r>
          </a:p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arity.reason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816" y="4133088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Actual fixed-feature CUDA numeric and final-decision parity;</a:t>
            </a:r>
          </a:p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waveform parity is separate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3099816"/>
            <a:ext cx="557784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Selected candidate and receipts (summary)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3364992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checkpoint_sha256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7535" y="3364992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bcfc0b85d5e61238e9f93008af78e98df00c8d7c838e2d6c4df10834b6c6b976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59" y="3621024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contract_hash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7535" y="3621024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ff0a789114327f031599b198bfdcb74523eafb4c3075588ab8c313c9fecc6ac8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59" y="3877056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recipe_sha256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7535" y="3877056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40f2d027e81393ca10edc8200f2a4c6631425c21b807206c63ec9cc6e546218b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59" y="4133088"/>
            <a:ext cx="160020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1">
                <a:solidFill>
                  <a:srgbClr val="172C3B"/>
                </a:solidFill>
                <a:latin typeface="Arial"/>
              </a:defRPr>
            </a:pPr>
            <a:r>
              <a:t>selected_candidate.arm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35" y="4133088"/>
            <a:ext cx="3931920" cy="24231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800" b="0">
                <a:solidFill>
                  <a:srgbClr val="172C3B"/>
                </a:solidFill>
                <a:latin typeface="Arial"/>
              </a:defRPr>
            </a:pPr>
            <a:r>
              <a:t>uniform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4425696"/>
            <a:ext cx="562356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final_tts.generation_audit.per_voice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20040" y="4663440"/>
          <a:ext cx="562356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/>
                <a:gridCol w="803365"/>
                <a:gridCol w="803365"/>
                <a:gridCol w="803365"/>
                <a:gridCol w="803365"/>
                <a:gridCol w="803365"/>
                <a:gridCol w="803370"/>
              </a:tblGrid>
              <a:tr h="25603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Voice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Exact accepted recall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Strict accuracy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Every supplied slot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Negatives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False accepts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Faults / missing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af_bella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af_heart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af_nicole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am_fenrir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am_michael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am_puck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217920" y="4425696"/>
            <a:ext cx="5623560" cy="219456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1000" b="1">
                <a:solidFill>
                  <a:srgbClr val="172C3B"/>
                </a:solidFill>
                <a:latin typeface="Arial"/>
              </a:defRPr>
            </a:pPr>
            <a:r>
              <a:t>final_tts.per_voice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217920" y="4663440"/>
          <a:ext cx="562356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/>
                <a:gridCol w="803365"/>
                <a:gridCol w="803365"/>
                <a:gridCol w="803365"/>
                <a:gridCol w="803365"/>
                <a:gridCol w="803365"/>
                <a:gridCol w="803370"/>
              </a:tblGrid>
              <a:tr h="25603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Voice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Exact accepted recall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Strict accuracy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Every supplied slot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Negatives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False accepts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Faults / missing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af_bella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af_heart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af_nicole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am_fenrir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am_michael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am_puck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</a:t>
                      </a:r>
                    </a:p>
                  </a:txBody>
                  <a:tcPr marT="0" marB="0" marL="36576" marR="36576"/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172C3B"/>
                          </a:solidFill>
                          <a:latin typeface="Arial"/>
                        </a:defRPr>
                      </a:pPr>
                      <a:r>
                        <a:t>not measured / not measured</a:t>
                      </a:r>
                    </a:p>
                  </a:txBody>
                  <a:tcPr marT="0" marB="0" marL="36576" marR="36576"/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20040" y="6519672"/>
            <a:ext cx="11521440" cy="1828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defRPr sz="700" b="0">
                <a:solidFill>
                  <a:srgbClr val="526C7A"/>
                </a:solidFill>
                <a:latin typeface="Arial"/>
              </a:defRPr>
            </a:pPr>
            <a:r>
              <a:t>Source JSON SHA-256: cb598243b82492f45114b4837236c0bd47c958e2af4743ca71af0d91c9b9734b | 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VCM mixed final v2 semi-final selected candidate</dc:title>
  <dc:subject/>
  <dc:creator/>
  <cp:keywords/>
  <dc:description>generated using python-pptx</dc:description>
  <cp:lastModifiedBy/>
  <cp:revision>1</cp:revision>
  <dcterms:created xsi:type="dcterms:W3CDTF">2000-01-01T00:00:00Z</dcterms:created>
  <dcterms:modified xsi:type="dcterms:W3CDTF">2000-01-01T00:00:00Z</dcterms:modified>
  <cp:category/>
</cp:coreProperties>
</file>